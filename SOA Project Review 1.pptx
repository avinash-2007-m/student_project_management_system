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62" r:id="rId3"/>
    <p:sldId id="707" r:id="rId4"/>
    <p:sldId id="257" r:id="rId5"/>
    <p:sldId id="903" r:id="rId6"/>
    <p:sldId id="904" r:id="rId7"/>
    <p:sldId id="90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2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3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3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3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3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3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3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=""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568185"/>
              </p:ext>
            </p:extLst>
          </p:nvPr>
        </p:nvGraphicFramePr>
        <p:xfrm>
          <a:off x="8193271" y="4898509"/>
          <a:ext cx="3702050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=""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Venkata Avinash – 2420030458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Cherishma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Sana – 2420030319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M. Hemanth Sai – 2420030526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K. Vishnu Vardhan - 2420030515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=""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=""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=""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99228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=""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=""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 E. Uma Shankari,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=""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=""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=""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35" name="Footer Placeholder 34">
            <a:extLst>
              <a:ext uri="{FF2B5EF4-FFF2-40B4-BE49-F238E27FC236}">
                <a16:creationId xmlns=""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SOA Project Review-2</a:t>
            </a:r>
            <a:endParaRPr lang="en-IN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36" name="Slide Number Placeholder 35">
            <a:extLst>
              <a:ext uri="{FF2B5EF4-FFF2-40B4-BE49-F238E27FC236}">
                <a16:creationId xmlns=""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6" y="958204"/>
            <a:ext cx="107156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Project Tracking System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Review-1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defTabSz="457200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01 October 2026 	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60626" cy="4103602"/>
            <a:chOff x="1929643" y="1656655"/>
            <a:chExt cx="6760626" cy="4103602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769805" y="3257433"/>
              <a:ext cx="3659354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90569" y="3811711"/>
              <a:ext cx="4374693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Project Architecture</a:t>
              </a:r>
              <a:endParaRPr lang="en-US" sz="100" b="1" dirty="0">
                <a:solidFill>
                  <a:prstClr val="white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70260" y="4291541"/>
              <a:ext cx="4529560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Methodology Adopted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378725" y="4771956"/>
              <a:ext cx="4774676" cy="49866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Project Design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798743" y="5302183"/>
              <a:ext cx="4891526" cy="45807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indent="-342900" defTabSz="457200">
                <a:lnSpc>
                  <a:spcPct val="150000"/>
                </a:lnSpc>
                <a:spcBef>
                  <a:spcPts val="504"/>
                </a:spcBef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Technical Soundness of the Project</a:t>
              </a:r>
              <a:endParaRPr lang="en-US" sz="1600" b="1" dirty="0">
                <a:solidFill>
                  <a:prstClr val="white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=""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119984" y="4661221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=""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=""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=""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223846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=""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85992" y="3702710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=""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776354" y="3241259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=""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=""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=""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=""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0516BB9-3CC4-55FF-C8C3-2BD38C9585E1}"/>
              </a:ext>
            </a:extLst>
          </p:cNvPr>
          <p:cNvSpPr txBox="1"/>
          <p:nvPr/>
        </p:nvSpPr>
        <p:spPr>
          <a:xfrm>
            <a:off x="304800" y="1531686"/>
            <a:ext cx="114250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Educational institutions often manage student projects using </a:t>
            </a:r>
            <a:r>
              <a:rPr lang="en-IN" b="1" dirty="0"/>
              <a:t>manual records, spreadsheets, emails, messaging applications, and disconnected systems</a:t>
            </a:r>
            <a:r>
              <a:rPr lang="en-IN" dirty="0"/>
              <a:t>. This makes it difficult for faculty to continuously monitor project progress, assign and track tasks, manage submissions, provide feedback, and identify projects that are falling behind schedule.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Students also face difficulties in keeping track of </a:t>
            </a:r>
            <a:r>
              <a:rPr lang="en-IN" b="1" dirty="0"/>
              <a:t>project requirements, assigned tasks, deadlines, submissions, and faculty feedback</a:t>
            </a:r>
            <a:r>
              <a:rPr lang="en-IN" dirty="0"/>
              <a:t> because project-related information is scattered across different platforms.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Therefore, there is a need for a </a:t>
            </a:r>
            <a:r>
              <a:rPr lang="en-IN" b="1" dirty="0"/>
              <a:t>centralized Student Project Tracking System</a:t>
            </a:r>
            <a:r>
              <a:rPr lang="en-IN" dirty="0"/>
              <a:t> that provides a single platform for students and faculty to manage and monitor the complete project lifecycle.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The system should support </a:t>
            </a:r>
            <a:r>
              <a:rPr lang="en-IN" b="1" dirty="0"/>
              <a:t>project management, task tracking, submission management, feedback, notifications, and progress monitoring</a:t>
            </a:r>
            <a:r>
              <a:rPr lang="en-IN" dirty="0"/>
              <a:t> while using a </a:t>
            </a:r>
            <a:r>
              <a:rPr lang="en-IN" b="1" dirty="0"/>
              <a:t>Service-Oriented Architecture (SOA) and microservices-based approach</a:t>
            </a:r>
            <a:r>
              <a:rPr lang="en-IN" dirty="0"/>
              <a:t> to achieve scalability, modularity, maintainability, and fault isolation.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80E01FD-E021-EC31-DFBA-6D5D6428C993}"/>
              </a:ext>
            </a:extLst>
          </p:cNvPr>
          <p:cNvSpPr txBox="1"/>
          <p:nvPr/>
        </p:nvSpPr>
        <p:spPr>
          <a:xfrm>
            <a:off x="1130710" y="61821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95CEEE0-D533-2D98-75E6-F8F4815E3E39}"/>
              </a:ext>
            </a:extLst>
          </p:cNvPr>
          <p:cNvSpPr txBox="1"/>
          <p:nvPr/>
        </p:nvSpPr>
        <p:spPr>
          <a:xfrm>
            <a:off x="2694039" y="618212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3198244-11D4-265C-53D3-62DF0E6E0201}"/>
              </a:ext>
            </a:extLst>
          </p:cNvPr>
          <p:cNvSpPr txBox="1"/>
          <p:nvPr/>
        </p:nvSpPr>
        <p:spPr>
          <a:xfrm>
            <a:off x="3048000" y="3182127"/>
            <a:ext cx="6096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0213" marR="0" lvl="0" indent="-342900" algn="l" defTabSz="457200" rtl="0" eaLnBrk="1" fontAlgn="auto" latinLnBrk="0" hangingPunct="1">
              <a:lnSpc>
                <a:spcPct val="150000"/>
              </a:lnSpc>
              <a:spcBef>
                <a:spcPts val="504"/>
              </a:spcBef>
              <a:spcAft>
                <a:spcPts val="0"/>
              </a:spcAft>
              <a:buClrTx/>
              <a:buSzPts val="2520"/>
              <a:buFont typeface="Arial" panose="020B0604020202020204" pitchFamily="34" charset="0"/>
              <a:buChar char="•"/>
              <a:tabLst>
                <a:tab pos="444500" algn="l"/>
              </a:tabLs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Technical Soundness of the Project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="" xmlns:a16="http://schemas.microsoft.com/office/drawing/2014/main" id="{1456F177-9EE2-6680-A662-5242F2ED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3FA0528-8971-E26B-6D72-A7E6C23E1A3F}"/>
              </a:ext>
            </a:extLst>
          </p:cNvPr>
          <p:cNvSpPr txBox="1"/>
          <p:nvPr/>
        </p:nvSpPr>
        <p:spPr>
          <a:xfrm>
            <a:off x="353962" y="1292033"/>
            <a:ext cx="111202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centralized web-based system</a:t>
            </a:r>
            <a:r>
              <a:rPr lang="en-IN" dirty="0"/>
              <a:t> for managing and tracking student projects.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enable students to </a:t>
            </a:r>
            <a:r>
              <a:rPr lang="en-IN" b="1" dirty="0"/>
              <a:t>create, update, and manage project details</a:t>
            </a:r>
            <a:r>
              <a:rPr lang="en-IN" dirty="0"/>
              <a:t> throughout the project lifecycle.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an efficient mechanism for </a:t>
            </a:r>
            <a:r>
              <a:rPr lang="en-IN" b="1" dirty="0"/>
              <a:t>assigning, tracking, and updating project tasks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enable students to </a:t>
            </a:r>
            <a:r>
              <a:rPr lang="en-IN" b="1" dirty="0"/>
              <a:t>upload project submissions</a:t>
            </a:r>
            <a:r>
              <a:rPr lang="en-IN" dirty="0"/>
              <a:t> and receive faculty feedback.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help faculty </a:t>
            </a:r>
            <a:r>
              <a:rPr lang="en-IN" b="1" dirty="0"/>
              <a:t>monitor project progress, deadlines, tasks, and submissions</a:t>
            </a:r>
            <a:r>
              <a:rPr lang="en-IN" dirty="0"/>
              <a:t> from a single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provide </a:t>
            </a:r>
            <a:r>
              <a:rPr lang="en-IN" b="1" dirty="0"/>
              <a:t>notifications</a:t>
            </a:r>
            <a:r>
              <a:rPr lang="en-IN" dirty="0"/>
              <a:t> for task assignments, approaching deadlines, submissions, and feedback.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improve </a:t>
            </a:r>
            <a:r>
              <a:rPr lang="en-IN" b="1" dirty="0"/>
              <a:t>communication and coordination between students and faculty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To implement </a:t>
            </a:r>
            <a:r>
              <a:rPr lang="en-IN" b="1" dirty="0"/>
              <a:t>SOA and microservices architecture</a:t>
            </a:r>
            <a:r>
              <a:rPr lang="en-IN" dirty="0"/>
              <a:t> for modularity, scalability, and maintainability.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8A8652B-1675-C52F-A00E-21DE67D6173C}"/>
              </a:ext>
            </a:extLst>
          </p:cNvPr>
          <p:cNvSpPr txBox="1"/>
          <p:nvPr/>
        </p:nvSpPr>
        <p:spPr>
          <a:xfrm>
            <a:off x="1042219" y="62503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4A9FC20-9BC3-D597-B6C5-21577C43EF98}"/>
              </a:ext>
            </a:extLst>
          </p:cNvPr>
          <p:cNvSpPr txBox="1"/>
          <p:nvPr/>
        </p:nvSpPr>
        <p:spPr>
          <a:xfrm>
            <a:off x="2866104" y="626870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9672A8C3-9606-536A-F09B-609D3C04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1FE994C-0222-C819-C99D-EA1C03CB3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03" y="1661159"/>
            <a:ext cx="8917858" cy="4326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B08DCE7-2F50-9D6B-9054-FE6409E5603B}"/>
              </a:ext>
            </a:extLst>
          </p:cNvPr>
          <p:cNvSpPr txBox="1"/>
          <p:nvPr/>
        </p:nvSpPr>
        <p:spPr>
          <a:xfrm>
            <a:off x="2905432" y="65836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FC1E4BE-7392-CD1B-9845-8FAC93498BB4}"/>
              </a:ext>
            </a:extLst>
          </p:cNvPr>
          <p:cNvSpPr txBox="1"/>
          <p:nvPr/>
        </p:nvSpPr>
        <p:spPr>
          <a:xfrm>
            <a:off x="953730" y="62058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086DB0F-2110-8AD9-C190-1D871F48E6C1}"/>
              </a:ext>
            </a:extLst>
          </p:cNvPr>
          <p:cNvSpPr txBox="1"/>
          <p:nvPr/>
        </p:nvSpPr>
        <p:spPr>
          <a:xfrm>
            <a:off x="3048000" y="62058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17D16D89-1573-3B0E-9E5C-27151184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444BE7D-DD9B-2A6C-914C-096E4A7A6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4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299CB28-9F7B-036B-537B-2C4D0E72479B}"/>
              </a:ext>
            </a:extLst>
          </p:cNvPr>
          <p:cNvSpPr txBox="1"/>
          <p:nvPr/>
        </p:nvSpPr>
        <p:spPr>
          <a:xfrm>
            <a:off x="560439" y="640925"/>
            <a:ext cx="110711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			             Conclusion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proposed </a:t>
            </a:r>
            <a:r>
              <a:rPr lang="en-IN" b="1" dirty="0"/>
              <a:t>Student Project Tracking System</a:t>
            </a:r>
            <a:r>
              <a:rPr lang="en-IN" dirty="0"/>
              <a:t> provides a centralized platform for managing the complete student project lifecycle.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SOA and microservices architecture</a:t>
            </a:r>
            <a:r>
              <a:rPr lang="en-IN" dirty="0"/>
              <a:t> supports modularity, scalability, maintainability, and fault isolation.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REST APIs enable communication between the frontend and individual backend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methodology provides a structured approach from </a:t>
            </a:r>
            <a:r>
              <a:rPr lang="en-IN" b="1" dirty="0"/>
              <a:t>requirement analysis to testing and deployment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addresses major gaps such as fragmented communication, limited progress tracking, and manual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proposed design provides a strong foundation for </a:t>
            </a:r>
            <a:r>
              <a:rPr lang="en-IN" b="1" dirty="0"/>
              <a:t>implementation, integration, testing, and future deployment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625FC4B-1323-3F8F-0AFA-EA7B783A2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955002D-41BB-5D2D-970D-44552079D30C}"/>
              </a:ext>
            </a:extLst>
          </p:cNvPr>
          <p:cNvSpPr txBox="1"/>
          <p:nvPr/>
        </p:nvSpPr>
        <p:spPr>
          <a:xfrm>
            <a:off x="1042219" y="62503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 October 2026 	</a:t>
            </a:r>
            <a:endParaRPr lang="en-IN" sz="12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B490BB9-5DB4-ECCC-47B8-CC8FC8755C5F}"/>
              </a:ext>
            </a:extLst>
          </p:cNvPr>
          <p:cNvSpPr txBox="1"/>
          <p:nvPr/>
        </p:nvSpPr>
        <p:spPr>
          <a:xfrm>
            <a:off x="2866104" y="626870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AFFE2DD1-81CF-35AA-057D-FB57695A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99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400</Words>
  <Application>Microsoft Office PowerPoint</Application>
  <PresentationFormat>Widescreen</PresentationFormat>
  <Paragraphs>97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user</cp:lastModifiedBy>
  <cp:revision>84</cp:revision>
  <dcterms:created xsi:type="dcterms:W3CDTF">2026-08-08T06:33:56Z</dcterms:created>
  <dcterms:modified xsi:type="dcterms:W3CDTF">2026-10-03T04:10:15Z</dcterms:modified>
</cp:coreProperties>
</file>